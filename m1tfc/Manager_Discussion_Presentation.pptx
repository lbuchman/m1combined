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758643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rPr sz="4400" dirty="0"/>
              <a:t>IDP Review &amp; Career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ED7D31"/>
                </a:solidFill>
              </a:defRPr>
            </a:pPr>
            <a:r>
              <a:t>Title &amp; Compensation Alignment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b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Today's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IDP Overview (Goals 1-7)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Development Plan through Jun 2027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Resources &amp; Support Needed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Title &amp; Compensation Alignment (PRIMARY)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Next Steps &amp; Timeline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b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Your Unique Value: Full-Stack Systems Engineer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Only engineer on team with expertise across entire system lifecycle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Hardware Design → Firmware → Test Automation → Manufacturing → Certification → Cloud → Field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Most peers specialize in ONE domain; you own ALL of them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Rare skill set: end-to-end ownership, autonomous execution, cross-functional leadership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KEY MESSAGE: You solve problems no one else on the team can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8 Technical Competencies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Key Examples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Hardware Design (Altium)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5 Expert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M1, Mercury boards, production fixtures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Firmware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5 Expert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Bare metal, real-time, hardware abstraction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Test Fixture Systems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5 Expert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M1 &amp; Mercury systems, 0.1% accuracy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Test Automation &amp;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4 Advanced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2.5M swipes stress platform, databases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Cloud &amp; Microservices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4 Advanced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Elements gateway, Azure, OTA updates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5 Expert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Design-for-manufacturability, yield optimization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Certification &amp; Compliance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4 Advanced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UL/TUV/Intertek on-site participation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Cross-Functional Leadership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5 Expert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Field support, customer escalations, mentoring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b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Evidence of Full-Stack Expertise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Elements Gateway Design: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Designed entire system from ground up (hardware + firmware + cloud)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Bridges legacy hardware with modern Azure platform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Fixture Systems: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Complete design: M1 test board, Mercury test board, production fixtures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Hardware (PCB), firmware (real-time control), software (automation)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Manufacturing &amp; Field Support: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On-site factory collaboration, design-for-manufacturability, yield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Certification labs (UL, TUV, Intertek), customer escalations, field diagnostics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b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Current Title Misrepresents Actual Expertise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the Title Says: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"Software Leader" = pure software specialty OR management role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Reality Shows: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Principal-level Systems Engineer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Hardware + Firmware + Software + Cloud + Manufacturing + Compliance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YOU ARE THE ONLY ENGINEER ON THE TEAM WITH THIS BREADTH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Why It Matters: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Internal equity: misrepresents scope to HR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External mobility: doesn't reflect actual specialty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Compensation: "Software Leader" rates are lower than "Principal Engineer, Systems Architecture"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b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Compensation Market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Current Situation: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Base Salary: $185,000 (as "Software Leader")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Experience: 34 years total, 28+ years post-immigration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Career Stage: Principal-level expert with full-stack mastery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Market Data (Principal Engineer, Systems/Hardware Focus):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- 15% adjustment: $212,750 (Conservative)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- 20% adjustment: $222,000 (Market-Aligned)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- 25% adjustment: $231,250 (Competitive)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Industry standard: $240,000 - $280,000+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KEY: You're likely 15-25% below market for your actual role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b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This Adjustment Makes Business Sense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Rare Skill Set: Only engineer on team with complete full-stack expertise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Scope of Responsibility: End-to-end ownership across hardware→cloud→field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Travel Commitment: Customer sites, factories, certification labs, weekend availability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Strategic Value: Solves problems no one else can, bridges hardware and cloud domains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5. Market Reality: Principal Engineer roles command 15-25% premium over "Software Leader"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7 Development Goals (May 2026 - Jun 2027)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Goal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By Date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1. Manufacturing Resilience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Advanced→Expert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Dec 31,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2. Certification Leadership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Advanced→Expert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Jun 30, 2027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3. Data-Driven Design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Proficient→Advanced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Dec 31,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4. Design Standards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Advanced→Expert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Dec 31, 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5. Cloud Architecture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Advanced→Expert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Dec 31,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6. Cross-Product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Advanced→Expert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Jun 30, 2027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7. Mentoring &amp; Leadership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Advanced→Expert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Ongoing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b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Quarterly Checkpoints &amp; Measurable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Checkpoint Dates: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Aug 31, 2026: Cycle 1 progress review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Dec 31, 2026: Cycle 2 progress review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Jun 30, 2027: Full cycle evaluation &amp; progression to Expert level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Success Measures: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✓ Business Impact: Reduced field escalation time, faster diagnostics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✓ Team Capability: Engineers solving cross-domain problems independently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✓ Documentation: Standards adopted across teams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✓ Individual Growth: Progression from Advanced (4) toward Expert (5)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b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Support Required for IDP Goals 1-7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Time Allocation: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- 60-70% hands-on engineering (design, firmware, cloud work)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- 20-30% mentoring, standards documentation,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- 10-20% cross-functional alignment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Tools &amp; Infrastructure: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Cloud platform tools (deployment infrastructure)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Hardware diagnostic tools (~$5K for specialized equipment)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Documentation system (Confluence, GitHub)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Training &amp; Development: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Cloud architecture certification (AWS/Azure)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Advanced DevOps practices, Kubernetes/containerization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b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Proposed Title: "Principal Engineer, Systems Architecture"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Why This Title?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Accuracy: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Reflects actual discipline (Systems Engineer, not Software)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Describes scope (Architecture across hardware-cloud)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Aligns with Honeywell IC technical track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Market Alignment: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Accurate for industry mobility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Reflects Principal-level expertise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Supports compensation adjustments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b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Proposed Compensation Adjustment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Recommended Range: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Target: $220,000 - $231,000 (20-25% adjustment)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Rationale: Principal-level IC with rare full-stack systems engineer expertise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Supports: Title change to "Principal Engineer, Systems Architecture"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Timeline: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Discuss alignment today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HR review &amp; approval (typically 1-2 weeks)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Implementation in next pay cycle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Next Steps from Manager: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1. Validate market analysis with HR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2. Present business case to compensation/HR team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3. Discuss implementation timeline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b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I'm Asking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TITLE CHANGE: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From: "Software Leader" → To: "Principal Engineer, Systems Architecture"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COMPENSATION ADJUSTMENT: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Range: $220,000 - $231,000 (20-25% adjustment)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Only engineer on team with this breadth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SUPPORT FOR IDP GOALS 1-7: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- 60-70% hands-on engineering 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Tools, training, budget as outlined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Quarterly checkpoints (Aug 31, Dec 31, Jun 30)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b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This Enables for Honeywell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Retention: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Recognizes and properly compensates rare expertise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Supports career progression at Principal level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Knowledge &amp; Standards: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Principal-level systems engineering standards across portfolio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Cross-product platform standardization (30% time-to-market improvement)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Competitive Advantage: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Gateway design bridges hardware and cloud (rare)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Full-stack problem-solving, field expertise supporting customer success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b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Path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Immediate Actions (This Week):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Agree on title change and compensation adjustment approach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Identify HR/compensation contacts for discussion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Next 1-2 Weeks: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HR review and market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Discuss implementation timeline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Ongoing: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Monthly check-ins on IDP progress (Goals 1-7)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Quarterly checkpoints (Aug 31, Dec 31, Jun 30)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b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Let's Discuss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Discussion Points: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On Market Data: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Q: How confident are you in the 15-25% range?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A: Industry benchmarks for Principal Engineer (systems focus) roles; Honeywell's own IC bands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On Title: Will this require HR approval? → Yes, HR will review and approve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On Compensation: What's the business justification? → Rarity of expertise, scope, market alignment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On IDP Goals: How realistic is this timeline? → 12-18 months is standard for Advanced→Expert progression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ED7D31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1375</Words>
  <Application>Microsoft Office PowerPoint</Application>
  <PresentationFormat>On-screen Show (4:3)</PresentationFormat>
  <Paragraphs>217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Buchman, Leo</cp:lastModifiedBy>
  <cp:revision>2</cp:revision>
  <dcterms:created xsi:type="dcterms:W3CDTF">2013-01-27T09:14:16Z</dcterms:created>
  <dcterms:modified xsi:type="dcterms:W3CDTF">2026-06-23T13:36:48Z</dcterms:modified>
  <cp:category/>
</cp:coreProperties>
</file>